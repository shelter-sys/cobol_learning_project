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583D90EE-2D54-4468-BDE2-49364DDBD744}">
          <p14:sldIdLst>
            <p14:sldId id="256"/>
            <p14:sldId id="257"/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000115-2097-9231-DE78-ED717CD28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F735039-EAA2-424E-0D70-B05AA2578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8C97B4-0E04-3F6F-6E74-AE360986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E89730-A048-16D9-677B-F52A2F2BD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15ED7-85D0-FC12-C4A1-F6D5CA01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248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7B83B-3B7B-642F-4323-27E68388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A2A7E1-1CCD-DBD3-B602-67EAE2138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3723E-EEB6-6245-9229-642949B8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B29955-EFCE-103B-9771-6B2F7FE3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45263E-E881-AF75-1B61-EEE1E287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70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835C7-D5C9-C097-CC93-1788E1FD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0C57CD2-2377-8DC4-CCA0-6812A4CE0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A7F406-C47E-5940-43F9-388FFE3BA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F04F57-B89C-1956-732B-29ACE2FF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D7152F-ACA2-DC23-57F7-55A1BD4F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414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1BEE7-12D2-E5D9-30E2-3EA538678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09A457-865B-9576-ED48-ECAB1BA27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40A1EA9-9E03-8B3B-22DB-5D92D43C1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B766FA-8302-91E4-798C-C4E53430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E56B28A-A875-F29D-3CF1-BAB0E524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186856-B86D-5C79-06DC-BBC4393D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76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A2C4FA-0F7D-7388-D808-BAE9B0B5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656027-0BC3-5A08-9FFA-F2632BECD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21026D-FE03-7A08-A485-98FDD6FC2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1BC33A-3836-90E6-87E7-84914B323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9420EC3-A3D5-AB45-3E29-95E774B573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56A2AA2-F5E1-AFB3-74E7-3FE471D8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72DA8EE-C49A-54AF-C785-99D6F4452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5BC2CA7-781D-3046-FF5F-E1ADEBC9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9169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93EAB6-1A06-0927-1C99-325D7E99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FE57E7F-D6D0-7D0E-C556-E2225AA3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C4D95C3-4ADF-1121-B4C2-D18845F5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0A2BD9-CE8C-0383-E542-38CDFA3B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315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C0C8132-879E-DAC9-B4C6-639EC522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9583FDC-3473-6016-299A-D8D35690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AABAC3-E76F-F7CA-BCC6-25CBB3B2E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31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8795B2-2E20-B187-1686-7DA90707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E71CF2-B906-3E36-0D2D-3BC30ECED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DC3B7E-2D2F-6FAE-B9EC-D1C19A106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F4F95C1-3BC6-8B7E-CCC7-51B2B557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5B58A1-46F3-7330-F116-1CD5FFB7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2D2F55-D15F-C07E-E1CC-6CC55CD8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000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306374-CDA0-EE83-B869-8ED3C9A6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85A28D-DE75-F3DA-4FF3-DE902CE386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542A05-B69D-931B-3AF3-B19A0CBD6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25468B-868E-26C0-3093-365DBAD8D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AAFB7E-08E0-143D-117E-B1434A58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B086DA7-9D5C-40DF-25A3-7E2FF376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747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DC2FB-6D71-0184-02C2-D2A31E71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5F3918B-BB05-531F-AE48-0F71310D5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6D29F0-94A4-CD2B-42F5-1CC6EE1D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E2C0CA-F67F-3866-F40E-C41E2626E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D87267-84B8-0A60-2FF9-06C279ED6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263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2CB30B0-1AAC-63B4-587F-4DF0B42ADC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9BC26C-043E-FB51-D798-3E5C973B9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B2FCF8-5887-919B-F410-B07DB20E2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ED2A11-6B51-BE1A-5DE4-1B41209BC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CCCCFB-77CC-038E-7262-D9D557DC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377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8E1757-AC89-FAC8-1083-F1608743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6D87CF-1689-CD0C-87FF-511FA9686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9BF0D5-88D2-7449-C82B-E3068EAD8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E724-392C-4A7E-9094-AC92E73B07AE}" type="datetimeFigureOut">
              <a:rPr lang="fr-FR" smtClean="0"/>
              <a:t>16/11/2025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B7351B-D66F-7F2A-402F-5C0761B90F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C2BA71-DF05-95C3-8E25-A54C9E9F9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41FB0-F2F2-4214-B3B9-63903A3E73D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81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289C2C76-A221-A45D-B468-C8CF407DB464}"/>
              </a:ext>
            </a:extLst>
          </p:cNvPr>
          <p:cNvSpPr/>
          <p:nvPr/>
        </p:nvSpPr>
        <p:spPr>
          <a:xfrm>
            <a:off x="5054600" y="2904067"/>
            <a:ext cx="2082800" cy="1049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GCA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86F7D91-04EC-FB8C-5A3D-CBE3E3AD5E41}"/>
              </a:ext>
            </a:extLst>
          </p:cNvPr>
          <p:cNvSpPr/>
          <p:nvPr/>
        </p:nvSpPr>
        <p:spPr>
          <a:xfrm>
            <a:off x="3606800" y="965202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Ressource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CB6ABAF-842D-AB0F-2620-1206E0D4E636}"/>
              </a:ext>
            </a:extLst>
          </p:cNvPr>
          <p:cNvSpPr/>
          <p:nvPr/>
        </p:nvSpPr>
        <p:spPr>
          <a:xfrm>
            <a:off x="1930400" y="3268134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Développeur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43FF011-07F6-A40F-328D-6F0119346FBF}"/>
              </a:ext>
            </a:extLst>
          </p:cNvPr>
          <p:cNvSpPr/>
          <p:nvPr/>
        </p:nvSpPr>
        <p:spPr>
          <a:xfrm>
            <a:off x="3276600" y="4682066"/>
            <a:ext cx="24130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Administrateur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C15DE12-13D7-62EB-CB32-0F0D241FBD93}"/>
              </a:ext>
            </a:extLst>
          </p:cNvPr>
          <p:cNvSpPr/>
          <p:nvPr/>
        </p:nvSpPr>
        <p:spPr>
          <a:xfrm>
            <a:off x="7137400" y="1405468"/>
            <a:ext cx="2082800" cy="104986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Utilisateur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C259CFF-A3B3-6336-721B-8DBA1FDF5447}"/>
              </a:ext>
            </a:extLst>
          </p:cNvPr>
          <p:cNvSpPr/>
          <p:nvPr/>
        </p:nvSpPr>
        <p:spPr>
          <a:xfrm>
            <a:off x="7137400" y="4182532"/>
            <a:ext cx="2082800" cy="104986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Ressource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17414C9-A43F-A0F3-F8B8-6E0E328BC782}"/>
              </a:ext>
            </a:extLst>
          </p:cNvPr>
          <p:cNvSpPr txBox="1"/>
          <p:nvPr/>
        </p:nvSpPr>
        <p:spPr>
          <a:xfrm>
            <a:off x="9220200" y="3198167"/>
            <a:ext cx="2089098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400" dirty="0">
                <a:highlight>
                  <a:srgbClr val="FF0000"/>
                </a:highlight>
              </a:rPr>
              <a:t>Sys2:Utilisation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2A4E864-0B42-B522-5BE0-6E5FEC181FFA}"/>
              </a:ext>
            </a:extLst>
          </p:cNvPr>
          <p:cNvSpPr txBox="1"/>
          <p:nvPr/>
        </p:nvSpPr>
        <p:spPr>
          <a:xfrm>
            <a:off x="260614" y="2512368"/>
            <a:ext cx="4153060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400" dirty="0">
                <a:highlight>
                  <a:srgbClr val="00FF00"/>
                </a:highlight>
              </a:rPr>
              <a:t>Sys1:Instalation et maintenance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2C9D16-487B-B99F-731C-A64548ABCE09}"/>
              </a:ext>
            </a:extLst>
          </p:cNvPr>
          <p:cNvSpPr txBox="1"/>
          <p:nvPr/>
        </p:nvSpPr>
        <p:spPr>
          <a:xfrm>
            <a:off x="636742" y="177226"/>
            <a:ext cx="5052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Diagramme d’</a:t>
            </a:r>
            <a:r>
              <a:rPr lang="fr-FR" sz="3200" dirty="0" err="1"/>
              <a:t>environememt</a:t>
            </a:r>
            <a:r>
              <a:rPr lang="fr-FR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925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0D17327-4DBC-6714-EBFC-228B5D13C79D}"/>
              </a:ext>
            </a:extLst>
          </p:cNvPr>
          <p:cNvSpPr txBox="1"/>
          <p:nvPr/>
        </p:nvSpPr>
        <p:spPr>
          <a:xfrm>
            <a:off x="137635" y="372535"/>
            <a:ext cx="434221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400" dirty="0">
                <a:highlight>
                  <a:srgbClr val="00FF00"/>
                </a:highlight>
              </a:rPr>
              <a:t>Sys1: Installation et maintenance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FEE6BC9-7A6C-A013-206B-A6CC84BF13DF}"/>
              </a:ext>
            </a:extLst>
          </p:cNvPr>
          <p:cNvSpPr/>
          <p:nvPr/>
        </p:nvSpPr>
        <p:spPr>
          <a:xfrm>
            <a:off x="5054600" y="2904067"/>
            <a:ext cx="2082800" cy="1049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GCA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0D8FC12-E900-73B0-DCAD-3046DE7C0499}"/>
              </a:ext>
            </a:extLst>
          </p:cNvPr>
          <p:cNvSpPr/>
          <p:nvPr/>
        </p:nvSpPr>
        <p:spPr>
          <a:xfrm>
            <a:off x="5054600" y="834200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Ressource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A478C45-14C8-AE55-9647-770FCCD645EF}"/>
              </a:ext>
            </a:extLst>
          </p:cNvPr>
          <p:cNvSpPr/>
          <p:nvPr/>
        </p:nvSpPr>
        <p:spPr>
          <a:xfrm>
            <a:off x="2971800" y="4529666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Développeur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0406B74-2915-72AC-6EA6-D76AE1EE210B}"/>
              </a:ext>
            </a:extLst>
          </p:cNvPr>
          <p:cNvSpPr/>
          <p:nvPr/>
        </p:nvSpPr>
        <p:spPr>
          <a:xfrm>
            <a:off x="7137400" y="4529666"/>
            <a:ext cx="24130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Administrateur</a:t>
            </a:r>
          </a:p>
        </p:txBody>
      </p:sp>
    </p:spTree>
    <p:extLst>
      <p:ext uri="{BB962C8B-B14F-4D97-AF65-F5344CB8AC3E}">
        <p14:creationId xmlns:p14="http://schemas.microsoft.com/office/powerpoint/2010/main" val="1046895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A5D7-D818-FEAF-8BC3-6CB0FEFE3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7845A79-E0D6-43E7-4B2B-695E4AFCAA48}"/>
              </a:ext>
            </a:extLst>
          </p:cNvPr>
          <p:cNvSpPr txBox="1"/>
          <p:nvPr/>
        </p:nvSpPr>
        <p:spPr>
          <a:xfrm>
            <a:off x="137635" y="372535"/>
            <a:ext cx="434221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400" dirty="0">
                <a:highlight>
                  <a:srgbClr val="00FF00"/>
                </a:highlight>
              </a:rPr>
              <a:t>Sys1: </a:t>
            </a:r>
            <a:r>
              <a:rPr lang="fr-FR" sz="2400" dirty="0" err="1">
                <a:highlight>
                  <a:srgbClr val="00FF00"/>
                </a:highlight>
              </a:rPr>
              <a:t>Isnstalation</a:t>
            </a:r>
            <a:r>
              <a:rPr lang="fr-FR" sz="2400" dirty="0">
                <a:highlight>
                  <a:srgbClr val="00FF00"/>
                </a:highlight>
              </a:rPr>
              <a:t> et maintenance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608D447-8B51-308E-1A75-C20F5BE15FB4}"/>
              </a:ext>
            </a:extLst>
          </p:cNvPr>
          <p:cNvSpPr/>
          <p:nvPr/>
        </p:nvSpPr>
        <p:spPr>
          <a:xfrm>
            <a:off x="5076258" y="2157000"/>
            <a:ext cx="2082800" cy="1049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GCA</a:t>
            </a:r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C7718BC0-16A9-71FC-5252-0D8C1570418C}"/>
              </a:ext>
            </a:extLst>
          </p:cNvPr>
          <p:cNvSpPr/>
          <p:nvPr/>
        </p:nvSpPr>
        <p:spPr>
          <a:xfrm>
            <a:off x="3352801" y="2057169"/>
            <a:ext cx="5113866" cy="461665"/>
          </a:xfrm>
          <a:custGeom>
            <a:avLst/>
            <a:gdLst>
              <a:gd name="connsiteX0" fmla="*/ 0 w 3572933"/>
              <a:gd name="connsiteY0" fmla="*/ 0 h 795928"/>
              <a:gd name="connsiteX1" fmla="*/ 1727200 w 3572933"/>
              <a:gd name="connsiteY1" fmla="*/ 795867 h 795928"/>
              <a:gd name="connsiteX2" fmla="*/ 3572933 w 3572933"/>
              <a:gd name="connsiteY2" fmla="*/ 33867 h 795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2933" h="795928">
                <a:moveTo>
                  <a:pt x="0" y="0"/>
                </a:moveTo>
                <a:cubicBezTo>
                  <a:pt x="565855" y="395111"/>
                  <a:pt x="1131711" y="790223"/>
                  <a:pt x="1727200" y="795867"/>
                </a:cubicBezTo>
                <a:cubicBezTo>
                  <a:pt x="2322689" y="801511"/>
                  <a:pt x="2947811" y="417689"/>
                  <a:pt x="3572933" y="3386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7D9D7B88-AE7E-1DFB-3D8B-27EA6B475762}"/>
              </a:ext>
            </a:extLst>
          </p:cNvPr>
          <p:cNvSpPr/>
          <p:nvPr/>
        </p:nvSpPr>
        <p:spPr>
          <a:xfrm>
            <a:off x="3420533" y="2048933"/>
            <a:ext cx="3559040" cy="3048476"/>
          </a:xfrm>
          <a:custGeom>
            <a:avLst/>
            <a:gdLst>
              <a:gd name="connsiteX0" fmla="*/ 0 w 3559040"/>
              <a:gd name="connsiteY0" fmla="*/ 0 h 3048476"/>
              <a:gd name="connsiteX1" fmla="*/ 1405467 w 3559040"/>
              <a:gd name="connsiteY1" fmla="*/ 2065867 h 3048476"/>
              <a:gd name="connsiteX2" fmla="*/ 3251200 w 3559040"/>
              <a:gd name="connsiteY2" fmla="*/ 2997200 h 3048476"/>
              <a:gd name="connsiteX3" fmla="*/ 3539067 w 3559040"/>
              <a:gd name="connsiteY3" fmla="*/ 2844800 h 3048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59040" h="3048476">
                <a:moveTo>
                  <a:pt x="0" y="0"/>
                </a:moveTo>
                <a:cubicBezTo>
                  <a:pt x="431800" y="783167"/>
                  <a:pt x="863600" y="1566334"/>
                  <a:pt x="1405467" y="2065867"/>
                </a:cubicBezTo>
                <a:cubicBezTo>
                  <a:pt x="1947334" y="2565400"/>
                  <a:pt x="2895600" y="2867378"/>
                  <a:pt x="3251200" y="2997200"/>
                </a:cubicBezTo>
                <a:cubicBezTo>
                  <a:pt x="3606800" y="3127022"/>
                  <a:pt x="3572933" y="2985911"/>
                  <a:pt x="3539067" y="284480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999ED4-AD1E-B164-D35F-6697F78D6DCC}"/>
              </a:ext>
            </a:extLst>
          </p:cNvPr>
          <p:cNvSpPr/>
          <p:nvPr/>
        </p:nvSpPr>
        <p:spPr>
          <a:xfrm>
            <a:off x="6637867" y="3841635"/>
            <a:ext cx="2404533" cy="16616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Le développeur assure la continuité de service et de l’accessibilité des ressources</a:t>
            </a:r>
          </a:p>
          <a:p>
            <a:pPr algn="ctr"/>
            <a:endParaRPr lang="fr-FR" dirty="0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9ED18351-787F-8E38-A07C-BBC3E6709211}"/>
              </a:ext>
            </a:extLst>
          </p:cNvPr>
          <p:cNvSpPr/>
          <p:nvPr/>
        </p:nvSpPr>
        <p:spPr>
          <a:xfrm>
            <a:off x="2397049" y="1107134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Utilisateur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0B1E799-792B-6DEA-DEED-B17470AE78FC}"/>
              </a:ext>
            </a:extLst>
          </p:cNvPr>
          <p:cNvSpPr/>
          <p:nvPr/>
        </p:nvSpPr>
        <p:spPr>
          <a:xfrm>
            <a:off x="7586133" y="1107134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Ressource</a:t>
            </a:r>
          </a:p>
        </p:txBody>
      </p:sp>
    </p:spTree>
    <p:extLst>
      <p:ext uri="{BB962C8B-B14F-4D97-AF65-F5344CB8AC3E}">
        <p14:creationId xmlns:p14="http://schemas.microsoft.com/office/powerpoint/2010/main" val="330610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1BBB-B37F-346F-A487-86DB85AD7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98F428D-2DFA-A874-2DB1-0B013E93F344}"/>
              </a:ext>
            </a:extLst>
          </p:cNvPr>
          <p:cNvSpPr txBox="1"/>
          <p:nvPr/>
        </p:nvSpPr>
        <p:spPr>
          <a:xfrm>
            <a:off x="137635" y="372535"/>
            <a:ext cx="434221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400" dirty="0">
                <a:highlight>
                  <a:srgbClr val="00FF00"/>
                </a:highlight>
              </a:rPr>
              <a:t>Sys1: Installation et maintenance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5014FB96-CC6A-7D41-D479-F0BC8FA118AB}"/>
              </a:ext>
            </a:extLst>
          </p:cNvPr>
          <p:cNvSpPr/>
          <p:nvPr/>
        </p:nvSpPr>
        <p:spPr>
          <a:xfrm>
            <a:off x="5054600" y="2904067"/>
            <a:ext cx="2082800" cy="10498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GCA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51D22C2-FCCB-37A5-5B05-85CEDB43ACBC}"/>
              </a:ext>
            </a:extLst>
          </p:cNvPr>
          <p:cNvSpPr/>
          <p:nvPr/>
        </p:nvSpPr>
        <p:spPr>
          <a:xfrm>
            <a:off x="7137400" y="4529666"/>
            <a:ext cx="24130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Administrateur</a:t>
            </a:r>
          </a:p>
        </p:txBody>
      </p:sp>
      <p:sp>
        <p:nvSpPr>
          <p:cNvPr id="2" name="Forme libre : forme 1">
            <a:extLst>
              <a:ext uri="{FF2B5EF4-FFF2-40B4-BE49-F238E27FC236}">
                <a16:creationId xmlns:a16="http://schemas.microsoft.com/office/drawing/2014/main" id="{260F5DA6-F5E7-1712-F5F8-9B3CDE534E57}"/>
              </a:ext>
            </a:extLst>
          </p:cNvPr>
          <p:cNvSpPr/>
          <p:nvPr/>
        </p:nvSpPr>
        <p:spPr>
          <a:xfrm>
            <a:off x="4555067" y="1416043"/>
            <a:ext cx="1012561" cy="3308357"/>
          </a:xfrm>
          <a:custGeom>
            <a:avLst/>
            <a:gdLst>
              <a:gd name="connsiteX0" fmla="*/ 0 w 1012561"/>
              <a:gd name="connsiteY0" fmla="*/ 3308357 h 3308357"/>
              <a:gd name="connsiteX1" fmla="*/ 948266 w 1012561"/>
              <a:gd name="connsiteY1" fmla="*/ 2004490 h 3308357"/>
              <a:gd name="connsiteX2" fmla="*/ 931333 w 1012561"/>
              <a:gd name="connsiteY2" fmla="*/ 209557 h 3308357"/>
              <a:gd name="connsiteX3" fmla="*/ 965200 w 1012561"/>
              <a:gd name="connsiteY3" fmla="*/ 107957 h 33083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2561" h="3308357">
                <a:moveTo>
                  <a:pt x="0" y="3308357"/>
                </a:moveTo>
                <a:cubicBezTo>
                  <a:pt x="396522" y="2914657"/>
                  <a:pt x="793044" y="2520957"/>
                  <a:pt x="948266" y="2004490"/>
                </a:cubicBezTo>
                <a:cubicBezTo>
                  <a:pt x="1103488" y="1488023"/>
                  <a:pt x="928511" y="525646"/>
                  <a:pt x="931333" y="209557"/>
                </a:cubicBezTo>
                <a:cubicBezTo>
                  <a:pt x="934155" y="-106532"/>
                  <a:pt x="949677" y="712"/>
                  <a:pt x="965200" y="107957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5E85664-E29C-C71D-8EC7-0227AE86F9A6}"/>
              </a:ext>
            </a:extLst>
          </p:cNvPr>
          <p:cNvSpPr/>
          <p:nvPr/>
        </p:nvSpPr>
        <p:spPr>
          <a:xfrm>
            <a:off x="5054600" y="834200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Ressource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1964DCAC-0C96-3518-C927-17888C68982B}"/>
              </a:ext>
            </a:extLst>
          </p:cNvPr>
          <p:cNvSpPr/>
          <p:nvPr/>
        </p:nvSpPr>
        <p:spPr>
          <a:xfrm>
            <a:off x="2971800" y="4529666"/>
            <a:ext cx="2082800" cy="10498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Développeur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2EDC139-EFCB-E25A-4669-CFAD97BCC54C}"/>
              </a:ext>
            </a:extLst>
          </p:cNvPr>
          <p:cNvSpPr txBox="1"/>
          <p:nvPr/>
        </p:nvSpPr>
        <p:spPr>
          <a:xfrm>
            <a:off x="4801934" y="4345000"/>
            <a:ext cx="64425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dirty="0"/>
              <a:t>FT1</a:t>
            </a:r>
          </a:p>
        </p:txBody>
      </p:sp>
    </p:spTree>
    <p:extLst>
      <p:ext uri="{BB962C8B-B14F-4D97-AF65-F5344CB8AC3E}">
        <p14:creationId xmlns:p14="http://schemas.microsoft.com/office/powerpoint/2010/main" val="3758581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DD6EF01-ABB8-58A2-2FA2-FEDE1E91D26D}"/>
              </a:ext>
            </a:extLst>
          </p:cNvPr>
          <p:cNvSpPr txBox="1"/>
          <p:nvPr/>
        </p:nvSpPr>
        <p:spPr>
          <a:xfrm>
            <a:off x="137635" y="372535"/>
            <a:ext cx="4342214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2400" dirty="0">
                <a:highlight>
                  <a:srgbClr val="00FF00"/>
                </a:highlight>
              </a:rPr>
              <a:t>Sys1: Installation et maintenance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BF7B3A5B-A17D-2753-80BC-4BCDAD2D1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700204"/>
              </p:ext>
            </p:extLst>
          </p:nvPr>
        </p:nvGraphicFramePr>
        <p:xfrm>
          <a:off x="287867" y="1142999"/>
          <a:ext cx="11633200" cy="200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066">
                  <a:extLst>
                    <a:ext uri="{9D8B030D-6E8A-4147-A177-3AD203B41FA5}">
                      <a16:colId xmlns:a16="http://schemas.microsoft.com/office/drawing/2014/main" val="2789637243"/>
                    </a:ext>
                  </a:extLst>
                </a:gridCol>
                <a:gridCol w="10888134">
                  <a:extLst>
                    <a:ext uri="{9D8B030D-6E8A-4147-A177-3AD203B41FA5}">
                      <a16:colId xmlns:a16="http://schemas.microsoft.com/office/drawing/2014/main" val="3803600654"/>
                    </a:ext>
                  </a:extLst>
                </a:gridCol>
              </a:tblGrid>
              <a:tr h="501650">
                <a:tc>
                  <a:txBody>
                    <a:bodyPr/>
                    <a:lstStyle/>
                    <a:p>
                      <a:r>
                        <a:rPr lang="fr-FR" dirty="0"/>
                        <a:t>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Fonction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7434293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lang="fr-FR" dirty="0"/>
                        <a:t>FT1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Permettre le déploiement et la mise à jour de l'application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003809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lang="fr-FR" dirty="0"/>
                        <a:t>FT2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569105"/>
                  </a:ext>
                </a:extLst>
              </a:tr>
              <a:tr h="501650">
                <a:tc>
                  <a:txBody>
                    <a:bodyPr/>
                    <a:lstStyle/>
                    <a:p>
                      <a:r>
                        <a:rPr lang="fr-FR" dirty="0"/>
                        <a:t>FT3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641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894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66D543908548AB9B37FF13DB18F4" ma:contentTypeVersion="11" ma:contentTypeDescription="Crée un document." ma:contentTypeScope="" ma:versionID="c880d6c489125257e6350e2645d16a68">
  <xsd:schema xmlns:xsd="http://www.w3.org/2001/XMLSchema" xmlns:xs="http://www.w3.org/2001/XMLSchema" xmlns:p="http://schemas.microsoft.com/office/2006/metadata/properties" xmlns:ns3="6f6a1c03-af3a-4e71-9e6e-f4c2e32f2753" targetNamespace="http://schemas.microsoft.com/office/2006/metadata/properties" ma:root="true" ma:fieldsID="32d42beecae006fa92fad5dc15b5386b" ns3:_="">
    <xsd:import namespace="6f6a1c03-af3a-4e71-9e6e-f4c2e32f275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6a1c03-af3a-4e71-9e6e-f4c2e32f27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6a1c03-af3a-4e71-9e6e-f4c2e32f2753" xsi:nil="true"/>
  </documentManagement>
</p:properties>
</file>

<file path=customXml/itemProps1.xml><?xml version="1.0" encoding="utf-8"?>
<ds:datastoreItem xmlns:ds="http://schemas.openxmlformats.org/officeDocument/2006/customXml" ds:itemID="{A1EF1DCE-4BDA-4EA1-9309-4E11CCF668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CE0B4D-77ED-42E4-B615-64BA271AF5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6a1c03-af3a-4e71-9e6e-f4c2e32f27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1D22D37-9553-4EDE-A1AE-CA2E2D238207}">
  <ds:schemaRefs>
    <ds:schemaRef ds:uri="http://purl.org/dc/dcmitype/"/>
    <ds:schemaRef ds:uri="http://purl.org/dc/elements/1.1/"/>
    <ds:schemaRef ds:uri="http://purl.org/dc/terms/"/>
    <ds:schemaRef ds:uri="6f6a1c03-af3a-4e71-9e6e-f4c2e32f2753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Grand écran</PresentationFormat>
  <Paragraphs>32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AMBROGGI JULIEN</dc:creator>
  <cp:lastModifiedBy>AMBROGGI JULIEN</cp:lastModifiedBy>
  <cp:revision>1</cp:revision>
  <dcterms:created xsi:type="dcterms:W3CDTF">2025-11-15T23:20:10Z</dcterms:created>
  <dcterms:modified xsi:type="dcterms:W3CDTF">2025-11-16T11:13:01Z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0x010100D64966D543908548AB9B37FF13DB18F4</vt:lpwstr>
  </property>
</Properties>
</file>